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956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-11430"/>
            <a:ext cx="3840480" cy="5143500"/>
          </a:xfrm>
          <a:prstGeom prst="rect">
            <a:avLst/>
          </a:prstGeom>
          <a:solidFill>
            <a:schemeClr val="bg2">
              <a:alpha val="70000"/>
            </a:scheme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HOMEAZE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914400" y="2496312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Platform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7315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Web Application that Delivers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Household Services using a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Peer-to-Peer Workload System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06240" y="2194560"/>
            <a:ext cx="4389120" cy="27432"/>
          </a:xfrm>
          <a:prstGeom prst="rect">
            <a:avLst/>
          </a:prstGeom>
          <a:solidFill>
            <a:srgbClr val="8BADC8">
              <a:alpha val="60000"/>
            </a:srgbClr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06240" y="23317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0" y="25786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Sharma  (2023BTech052)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06240" y="28529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Prateek Yadav  (2023BTech059)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06240" y="3200400"/>
            <a:ext cx="4389120" cy="27432"/>
          </a:xfrm>
          <a:prstGeom prst="rect">
            <a:avLst/>
          </a:prstGeom>
          <a:solidFill>
            <a:srgbClr val="8BADC8">
              <a:alpha val="60000"/>
            </a:srgbClr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0" y="33101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06240" y="3547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Deepika Prakash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20624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and Technology  •  March 2026</a:t>
            </a:r>
            <a:endParaRPr lang="en-US" sz="1000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6E03288F-82EC-1D6E-4E3E-373E2A8D2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7512" y="578030"/>
            <a:ext cx="1185456" cy="11854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Homeaze?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Homeaze is a web-based platform designed to connect people who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household services with skilled individuals who can provide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402336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02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Easy Discovery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local service providers instantly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920240"/>
            <a:ext cx="402336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240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P2P Ecosystem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32120" y="24231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both provide &amp; consume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3291840"/>
            <a:ext cx="402336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61188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Booking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4300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online service requests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800600" y="3291840"/>
            <a:ext cx="4023360" cy="1143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118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3212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Profiles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532120" y="3794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skills and service listings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669280" y="960120"/>
            <a:ext cx="329184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69280" y="978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669280" y="12527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service access while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employment opportunities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07278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Many people struggle to find trustworthy professionals for home services, as traditional methods rely on local contacts and manual searching.</a:t>
            </a:r>
            <a:br>
              <a:rPr lang="en-US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r>
              <a:rPr lang="en-US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At the same time, many skilled individuals lack opportunities to showcase their services and reach a wider audience.</a:t>
            </a:r>
            <a:endParaRPr lang="en-US" sz="1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24357"/>
            <a:ext cx="841248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24357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8949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15797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 Gap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2008405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finding reliable, nearby service providers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" y="2474749"/>
            <a:ext cx="841248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474749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39341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2566189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Structured Platform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43000" y="2858797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workers lack proper digital presence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3346704"/>
            <a:ext cx="841248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3346704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11296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43000" y="3438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Opportunities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43000" y="37307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with practical skills can't monetize easily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11480" y="4224528"/>
            <a:ext cx="841248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1480" y="422910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39369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43205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Inefficient Processes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143000" y="46131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services is unorganized and time-consuming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Homeaze?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393192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3931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SKILLED WORKERS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Work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402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2128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Plumbing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9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761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Maintenance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375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3101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Services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94360" y="3931920"/>
            <a:ext cx="3566160" cy="27432"/>
          </a:xfrm>
          <a:prstGeom prst="rect">
            <a:avLst/>
          </a:prstGeom>
          <a:solidFill>
            <a:srgbClr val="8BADC8">
              <a:alpha val="50000"/>
            </a:srgbClr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9436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struggle to reach customers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1097280"/>
            <a:ext cx="420624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663440" y="1097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SEEKERS</a:t>
            </a:r>
            <a:endParaRPr lang="en-US" sz="13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691640"/>
            <a:ext cx="1463040" cy="1463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4632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find it difficult to locate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service providers quickly.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023360" y="2462881"/>
            <a:ext cx="1097280" cy="32004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023360" y="24760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BRIDGE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Homeaze — How it works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1371600"/>
            <a:ext cx="2560320" cy="256032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HOMEAZE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11480" y="1645920"/>
            <a:ext cx="25603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0136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828800"/>
            <a:ext cx="320040" cy="3200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11480" y="2834640"/>
            <a:ext cx="25603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990088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Profile Mgmt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017520"/>
            <a:ext cx="320040" cy="32004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172200" y="1645920"/>
            <a:ext cx="25603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801368"/>
            <a:ext cx="411480" cy="411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122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Booking System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828800"/>
            <a:ext cx="320040" cy="32004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172200" y="2834640"/>
            <a:ext cx="256032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2990088"/>
            <a:ext cx="411480" cy="41148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122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Opportunities</a:t>
            </a:r>
            <a:endParaRPr lang="en-US" sz="12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017520"/>
            <a:ext cx="320040" cy="320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Chain-like model where users can both PROVIDE and CONSUME services</a:t>
            </a:r>
            <a:endParaRPr lang="en-US" sz="120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B196CBCD-3F09-1671-BBFB-C8642655BB3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2536" y="1832064"/>
            <a:ext cx="1185456" cy="1185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Screenshots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Previews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310128"/>
            <a:ext cx="265176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82219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3310128"/>
            <a:ext cx="265176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Listing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1887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265176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Worker / Admin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108BD9-BD32-9051-32BA-2BCBEDD31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74"/>
          <a:stretch>
            <a:fillRect/>
          </a:stretch>
        </p:blipFill>
        <p:spPr>
          <a:xfrm>
            <a:off x="411480" y="1453897"/>
            <a:ext cx="2631230" cy="17826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19B15D-F020-C7CC-25BC-F7443BBC5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623060"/>
            <a:ext cx="2651760" cy="15311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1B04B8-73E2-3F5E-CC74-81709905F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1" y="1546955"/>
            <a:ext cx="2651760" cy="15965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Technical Overview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1920240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Mobile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0" y="2377440"/>
            <a:ext cx="2286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188720"/>
            <a:ext cx="1920240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716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5603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80560" y="2377440"/>
            <a:ext cx="2286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09160" y="1188720"/>
            <a:ext cx="1920240" cy="2560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3716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916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70916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29400" y="2377440"/>
            <a:ext cx="228600" cy="7315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0" y="1188720"/>
            <a:ext cx="1920240" cy="2560320"/>
          </a:xfrm>
          <a:prstGeom prst="rect">
            <a:avLst/>
          </a:prstGeom>
          <a:solidFill>
            <a:srgbClr val="015C6A"/>
          </a:solidFill>
          <a:ln w="12700">
            <a:solidFill>
              <a:srgbClr val="015C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37160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5800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8580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Cloudinary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2402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3891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Calls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5379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&amp; Responses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400800" y="1188720"/>
            <a:ext cx="2468880" cy="91440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28016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4088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537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Storage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CDN Delivery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Using MERN?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PERN, MEAN or PEAN?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11480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07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Single Language Across the Stack</a:t>
            </a:r>
          </a:p>
        </p:txBody>
      </p:sp>
      <p:sp>
        <p:nvSpPr>
          <p:cNvPr id="9" name="Shape 6"/>
          <p:cNvSpPr/>
          <p:nvPr/>
        </p:nvSpPr>
        <p:spPr>
          <a:xfrm>
            <a:off x="1188720" y="1591056"/>
            <a:ext cx="31089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MERN uses JavaScript for both frontend and backend, making development faster and easier compared to stacks like PERN or MEAN that introduce additional complexity.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46320" y="1097280"/>
            <a:ext cx="411480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623560" y="12070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Flexible and Scalable Database</a:t>
            </a:r>
          </a:p>
        </p:txBody>
      </p:sp>
      <p:sp>
        <p:nvSpPr>
          <p:cNvPr id="14" name="Shape 10"/>
          <p:cNvSpPr/>
          <p:nvPr/>
        </p:nvSpPr>
        <p:spPr>
          <a:xfrm>
            <a:off x="5623560" y="1591056"/>
            <a:ext cx="31089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029200" y="1737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MongoDB provides a </a:t>
            </a:r>
            <a:r>
              <a:rPr lang="en-US" sz="1400" b="1" dirty="0">
                <a:solidFill>
                  <a:schemeClr val="bg1"/>
                </a:solidFill>
              </a:rPr>
              <a:t>NoSQL schema-flexible structure</a:t>
            </a:r>
            <a:r>
              <a:rPr lang="en-US" sz="1400" dirty="0">
                <a:solidFill>
                  <a:schemeClr val="bg1"/>
                </a:solidFill>
              </a:rPr>
              <a:t>, which is suitable for dynamic applications like service platforms.</a:t>
            </a:r>
          </a:p>
        </p:txBody>
      </p:sp>
      <p:sp>
        <p:nvSpPr>
          <p:cNvPr id="16" name="Shape 12"/>
          <p:cNvSpPr/>
          <p:nvPr/>
        </p:nvSpPr>
        <p:spPr>
          <a:xfrm>
            <a:off x="411480" y="3017520"/>
            <a:ext cx="4114800" cy="1645920"/>
          </a:xfrm>
          <a:prstGeom prst="rect">
            <a:avLst/>
          </a:prstGeom>
          <a:solidFill>
            <a:srgbClr val="1F3941"/>
          </a:solidFill>
          <a:ln w="12700">
            <a:solidFill>
              <a:srgbClr val="015C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25272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Strong Ecosystem and Community</a:t>
            </a:r>
          </a:p>
        </p:txBody>
      </p:sp>
      <p:sp>
        <p:nvSpPr>
          <p:cNvPr id="19" name="Shape 14"/>
          <p:cNvSpPr/>
          <p:nvPr/>
        </p:nvSpPr>
        <p:spPr>
          <a:xfrm>
            <a:off x="1188720" y="3511296"/>
            <a:ext cx="31089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436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React and Node.js have large communities, extensive libraries, and strong industry adoption, which makes development, debugging, and scaling easier.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1" name="Shape 16"/>
          <p:cNvSpPr/>
          <p:nvPr/>
        </p:nvSpPr>
        <p:spPr>
          <a:xfrm>
            <a:off x="4846320" y="3017520"/>
            <a:ext cx="4114800" cy="1645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15468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Better for Real-Time Web Applications</a:t>
            </a:r>
          </a:p>
        </p:txBody>
      </p:sp>
      <p:sp>
        <p:nvSpPr>
          <p:cNvPr id="24" name="Shape 18"/>
          <p:cNvSpPr/>
          <p:nvPr/>
        </p:nvSpPr>
        <p:spPr>
          <a:xfrm>
            <a:off x="5623560" y="3511296"/>
            <a:ext cx="31089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29200" y="36576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Widely used for modern web applications and scalable platforms, making it a good choice for building applications like Homeaze.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27248"/>
            <a:ext cx="502920" cy="5029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Request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1280160" cy="12801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00200" y="1801368"/>
            <a:ext cx="457200" cy="54864"/>
          </a:xfrm>
          <a:prstGeom prst="rect">
            <a:avLst/>
          </a:prstGeom>
          <a:solidFill>
            <a:srgbClr val="8BADC8"/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971800"/>
            <a:ext cx="13716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visits platform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browses services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1234440"/>
            <a:ext cx="1280160" cy="12801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337560" y="1801368"/>
            <a:ext cx="457200" cy="54864"/>
          </a:xfrm>
          <a:prstGeom prst="rect">
            <a:avLst/>
          </a:prstGeom>
          <a:solidFill>
            <a:srgbClr val="8BADC8"/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2971800"/>
            <a:ext cx="13716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worker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requests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1234440"/>
            <a:ext cx="1280160" cy="12801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074920" y="1801368"/>
            <a:ext cx="457200" cy="54864"/>
          </a:xfrm>
          <a:prstGeom prst="rect">
            <a:avLst/>
          </a:prstGeom>
          <a:solidFill>
            <a:srgbClr val="8BADC8"/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2971800"/>
            <a:ext cx="13716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1234440"/>
            <a:ext cx="1280160" cy="128016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812280" y="1801368"/>
            <a:ext cx="457200" cy="54864"/>
          </a:xfrm>
          <a:prstGeom prst="rect">
            <a:avLst/>
          </a:prstGeom>
          <a:solidFill>
            <a:srgbClr val="8BADC8"/>
          </a:solidFill>
          <a:ln w="12700">
            <a:solidFill>
              <a:srgbClr val="8BAD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2971800"/>
            <a:ext cx="13716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queries MongoDB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269480" y="1234440"/>
            <a:ext cx="1280160" cy="1280160"/>
          </a:xfrm>
          <a:prstGeom prst="ellipse">
            <a:avLst/>
          </a:prstGeom>
          <a:solidFill>
            <a:srgbClr val="F2C9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1234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22376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223760" y="2971800"/>
            <a:ext cx="137160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15C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0" y="30632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frontend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— Backend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 &amp; Server Logic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8412480" cy="64008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070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43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Registration API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417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to onboard new service providers with full profile data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847088"/>
            <a:ext cx="8412480" cy="64008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1847088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568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1892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MongoDB Integration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21671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data storage for workers, services, and users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2596896"/>
            <a:ext cx="8412480" cy="64008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2596896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0662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6426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Cloudinary Image Upload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" y="2916936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image hosting and delivery for worker profile photos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3346704"/>
            <a:ext cx="8412480" cy="64008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11480" y="3346704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45643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3924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Validation &amp; Error Handling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9728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input validation with meaningful error responses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11480" y="4096512"/>
            <a:ext cx="8412480" cy="64008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11480" y="4096512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206240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41422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Testing via Postman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097280" y="44165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verified and documented through Postman collections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Completed — Frontend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Implementation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572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9728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618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Listing Interface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available workers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2011680"/>
            <a:ext cx="4572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201168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1762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Browsing System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97280" y="2395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available services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2926080"/>
            <a:ext cx="4572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" y="292608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9067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7280" y="29992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UI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9728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mobile-friendly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3840480"/>
            <a:ext cx="4572000" cy="777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11480" y="3840480"/>
            <a:ext cx="73152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0507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3913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Context API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97280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 management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303520" y="1097280"/>
            <a:ext cx="3566160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03520" y="1143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PAGES DEVELOPED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40680" y="1691640"/>
            <a:ext cx="32918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40680" y="1783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Homepage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440680" y="2560320"/>
            <a:ext cx="32918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40680" y="26517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 Worker Listing Page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5440680" y="3429000"/>
            <a:ext cx="3291840" cy="6858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440680" y="3520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Service Viewing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51760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1704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“Worker Panel” Integration 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2221992"/>
            <a:ext cx="173736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774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dashboard (Minimal UI)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175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Data </a:t>
            </a: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Workers and users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337560" y="1097280"/>
            <a:ext cx="2651760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F2C94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337560" y="1097280"/>
            <a:ext cx="2651760" cy="502920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17043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33756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Implementation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94760" y="2221992"/>
            <a:ext cx="1737360" cy="27432"/>
          </a:xfrm>
          <a:prstGeom prst="rect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3774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86200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automation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01752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8620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6263640" y="1097280"/>
            <a:ext cx="2651760" cy="3474720"/>
          </a:xfrm>
          <a:prstGeom prst="rect">
            <a:avLst/>
          </a:prstGeom>
          <a:solidFill>
            <a:srgbClr val="112240"/>
          </a:solidFill>
          <a:ln w="25400">
            <a:solidFill>
              <a:srgbClr val="02C39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263640" y="1097280"/>
            <a:ext cx="26517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170432"/>
            <a:ext cx="365760" cy="36576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263640" y="1691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Recommendation System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6720840" y="2221992"/>
            <a:ext cx="17373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37744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12280" y="23591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provider suggestions</a:t>
            </a:r>
            <a:endParaRPr lang="en-US" sz="12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017520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812280" y="29992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history &amp; ratings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the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gains value?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51760" cy="3794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344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2286000"/>
            <a:ext cx="15544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2648" y="251460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service discovery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" y="32918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booking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" y="406908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providers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37560" y="1097280"/>
            <a:ext cx="2651760" cy="3794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3444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3886200" y="2286000"/>
            <a:ext cx="15544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38728" y="251460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earning opportunities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538728" y="32918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4048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skills digitally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3538728" y="406908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84048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customer base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263640" y="1097280"/>
            <a:ext cx="2651760" cy="3794760"/>
          </a:xfrm>
          <a:prstGeom prst="rect">
            <a:avLst/>
          </a:prstGeom>
          <a:solidFill>
            <a:srgbClr val="015C6A"/>
          </a:solidFill>
          <a:ln w="12700">
            <a:solidFill>
              <a:srgbClr val="015C6A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34440"/>
            <a:ext cx="548640" cy="5486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SOCIETY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6812280" y="2286000"/>
            <a:ext cx="15544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64808" y="251460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766560" y="2487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ecosystem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464808" y="329184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766560" y="32644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Skill-based employment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464808" y="4069080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766560" y="40416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inclusion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during development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402336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API Structure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clean, RESTful endpoints that scale well with complex data relationships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402336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Frontend-Backend Data Flow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asynchronous requests, state synchronization, and error propagation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11480" y="2926080"/>
            <a:ext cx="402336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63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Interface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943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UI that works consistently across devices of varying sizes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Multi-Technology Integration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9377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React, Node.js, MongoDB, and Cloudinary in a cohesive system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where we're headed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914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15568"/>
            <a:ext cx="8412480" cy="96012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Homeaze provides a digital solution for connecting service providers and customers,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household service access while creating income opportunities for skilled individuals.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94560"/>
            <a:ext cx="2651760" cy="173736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3317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Access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platform connecting users with skilled workers instantly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2194560"/>
            <a:ext cx="2651760" cy="173736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3317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Impact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2900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opportunities for individuals with practical household skills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63640" y="2194560"/>
            <a:ext cx="2651760" cy="1737360"/>
          </a:xfrm>
          <a:prstGeom prst="rect">
            <a:avLst/>
          </a:prstGeom>
          <a:solidFill>
            <a:srgbClr val="EBF4F8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33172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Tech Stack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3246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solution with React, Node.js, MongoDB &amp; Cloudinary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11480" y="4114800"/>
            <a:ext cx="841248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11480" y="4114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enhancements: AI Recommendations  •  CI/CD Pipelines  •  More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82880" y="20574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HOMEAZE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8288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Services Platform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914400" y="3108960"/>
            <a:ext cx="2743200" cy="36576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2880" y="32461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Nilesh Sharma  •  Prateek Yadav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Engineering &amp; 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371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4846320" y="25603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appreciate your time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attention.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0" y="3474720"/>
            <a:ext cx="365760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84632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Guide: Dr. Deepika Prakash</a:t>
            </a:r>
            <a:endParaRPr lang="en-US" sz="1100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45A4509-7DDF-4887-CCE0-B8F73A731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5919" y="736091"/>
            <a:ext cx="1280161" cy="12801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842</Words>
  <Application>Microsoft Office PowerPoint</Application>
  <PresentationFormat>On-screen Show (16:9)</PresentationFormat>
  <Paragraphs>207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Homeaze - Minor Project Presentation</dc:title>
  <dc:subject>PptxGenJS Presentation</dc:subject>
  <dc:creator>PptxGenJS</dc:creator>
  <cp:lastModifiedBy>prateek yadav</cp:lastModifiedBy>
  <cp:revision>18</cp:revision>
  <dcterms:created xsi:type="dcterms:W3CDTF">2026-03-09T23:22:47Z</dcterms:created>
  <dcterms:modified xsi:type="dcterms:W3CDTF">2026-03-12T10:40:11Z</dcterms:modified>
</cp:coreProperties>
</file>