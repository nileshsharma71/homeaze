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457200"/>
            <a:ext cx="1280160" cy="12801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288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HOMEAZE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" y="2423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Services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2743200" cy="0"/>
          </a:xfrm>
          <a:prstGeom prst="line">
            <a:avLst/>
          </a:prstGeom>
          <a:noFill/>
          <a:ln w="6350">
            <a:solidFill>
              <a:srgbClr val="008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971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3200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Yadav  (2023BTech059)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Sharma  (2023BTech052)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Dr. Deepika Prakash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4754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IET, JK Lakshmipat University  •  April 2026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7498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End-Term Presentation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749040" y="1417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that delivers household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using a centralized workload system.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749040" y="2331720"/>
            <a:ext cx="2286000" cy="310896"/>
          </a:xfrm>
          <a:prstGeom prst="rect">
            <a:avLst/>
          </a:prstGeom>
          <a:solidFill>
            <a:srgbClr val="162A45"/>
          </a:solidFill>
          <a:ln w="762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31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331720"/>
            <a:ext cx="2286000" cy="310896"/>
          </a:xfrm>
          <a:prstGeom prst="rect">
            <a:avLst/>
          </a:prstGeom>
          <a:solidFill>
            <a:srgbClr val="162A45"/>
          </a:solidFill>
          <a:ln w="762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331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2743200"/>
            <a:ext cx="2286000" cy="310896"/>
          </a:xfrm>
          <a:prstGeom prst="rect">
            <a:avLst/>
          </a:prstGeom>
          <a:solidFill>
            <a:srgbClr val="162A45"/>
          </a:solidFill>
          <a:ln w="762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7432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743200"/>
            <a:ext cx="2286000" cy="310896"/>
          </a:xfrm>
          <a:prstGeom prst="rect">
            <a:avLst/>
          </a:prstGeom>
          <a:solidFill>
            <a:srgbClr val="162A45"/>
          </a:solidFill>
          <a:ln w="762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7432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Bio Generator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3154680"/>
            <a:ext cx="2286000" cy="310896"/>
          </a:xfrm>
          <a:prstGeom prst="rect">
            <a:avLst/>
          </a:prstGeom>
          <a:solidFill>
            <a:srgbClr val="162A45"/>
          </a:solidFill>
          <a:ln w="762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1546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216152"/>
            <a:ext cx="27432" cy="32918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0515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2020824"/>
            <a:ext cx="27432" cy="32918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85623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609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2825496"/>
            <a:ext cx="27432" cy="32918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6609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Data Models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655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630168"/>
            <a:ext cx="27432" cy="32918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46557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 &amp; Payment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515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0680" y="1216152"/>
            <a:ext cx="27432" cy="32918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0515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&amp; DevOps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856232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85623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40680" y="2020824"/>
            <a:ext cx="27432" cy="32918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185623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 Demo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660904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6609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40680" y="2825496"/>
            <a:ext cx="27432" cy="32918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266090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Future Work &amp; Conclusion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465576"/>
            <a:ext cx="4023360" cy="658368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Homeaze?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Homeaze is a full-stack web application that connects homeowners with verified local service workers. Built on the MERN stack, it features three independent applications: User Frontend, Admin &amp; Worker Panel, and a RESTful Backend API.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54864" cy="1234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9659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22585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workers, book slots, pay online, manage bookings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947672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00400" y="18745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874520"/>
            <a:ext cx="54864" cy="1234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46704" y="19659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Panel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46704" y="22585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availability, view earnings, mark jobs complete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47672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035040" y="18745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874520"/>
            <a:ext cx="54864" cy="1234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81344" y="19659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181344" y="22585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workers, monitor bookings, oversee platform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47672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65760" y="32461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246120"/>
            <a:ext cx="54864" cy="1234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2064" y="3337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System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2064" y="36301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Google OAuth 2.0 for all three roles</a:t>
            </a:r>
            <a:endParaRPr lang="en-US" sz="10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319272"/>
            <a:ext cx="274320" cy="2743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200400" y="32461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3246120"/>
            <a:ext cx="54864" cy="1234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346704" y="3337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346704" y="36301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with HMAC-SHA256 server-side verification</a:t>
            </a:r>
            <a:endParaRPr lang="en-US" sz="10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319272"/>
            <a:ext cx="274320" cy="27432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035040" y="324612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35040" y="3246120"/>
            <a:ext cx="54864" cy="1234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181344" y="3337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Features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181344" y="3630168"/>
            <a:ext cx="24780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auto-generates worker bios</a:t>
            </a:r>
            <a:endParaRPr lang="en-US" sz="10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31927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pain points does Homeaze solve?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572768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247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Centralized Directory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easily discover or compare workers across categories like plumber, electrician, or cleaner.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4023360" cy="1572768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11247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Transparent Scheduling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3560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done over phone calls with no visibility into a worker's real availability.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023360" cy="1572768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8620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Deficit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verification, profile standardization, or accountability mechanism for service providers.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788920"/>
            <a:ext cx="4023360" cy="1572768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82312" y="28620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Insecurity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17296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transactions provide no proof of payment or dispute resolution path.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3200400"/>
          </a:xfrm>
          <a:prstGeom prst="rect">
            <a:avLst/>
          </a:prstGeom>
          <a:solidFill>
            <a:srgbClr val="F0F4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06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Admin/Worker UIs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200400"/>
          </a:xfrm>
          <a:prstGeom prst="rect">
            <a:avLst/>
          </a:prstGeom>
          <a:solidFill>
            <a:srgbClr val="F0F4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2606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51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Auth, Business Logic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06040" cy="3200400"/>
          </a:xfrm>
          <a:prstGeom prst="rect">
            <a:avLst/>
          </a:prstGeom>
          <a:solidFill>
            <a:srgbClr val="F0F4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6060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515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6459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CDN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Media Storage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6324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44074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1965960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63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(Payments)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0" y="4663440"/>
            <a:ext cx="1965960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663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663440"/>
            <a:ext cx="1965960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663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(LLaMA-3.3)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9440" y="4663440"/>
            <a:ext cx="1965960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663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09728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605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(User)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3990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7, React Router 7, TailwindCSS 3, Axios, @react-oauth/google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60520" cy="109728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05840"/>
            <a:ext cx="41605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Admin/Worker Panel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10328" y="13990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7, React Router 7, TailwindCSS 3/4, Axios, React Toastify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160520" cy="109728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41605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58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" y="2633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 5, Mongoose 9, JWT, bcrypt, Multer, Validator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4160520" cy="109728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240280"/>
            <a:ext cx="41605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258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Storage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10328" y="2633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(NoSQL) + Cloudinary (Image CDN)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4160520" cy="109728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74720"/>
            <a:ext cx="41605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93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 &amp; Auth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" y="3867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SDK with HMAC-SHA256 + Google OAuth 2.0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474720"/>
            <a:ext cx="4160520" cy="109728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474720"/>
            <a:ext cx="41605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493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DevOps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0328" y="38679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 (LLaMA-3.3-70B), Docker Compose, Nginx proxy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MongoDB collections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2491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724912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572768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(bcrypt)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(Cloudinary)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2491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51560"/>
            <a:ext cx="2724912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572768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(bcrypt)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(Cloudinary)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(AI-generated)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slots_booked (map)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72491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051560"/>
            <a:ext cx="2724912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515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5352" y="1572768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docId (workerId)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slotDate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isCompleted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razorpayOrderId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Google OAuth 2.0 across three roles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697480" cy="3858768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2697480" cy="5943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69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241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0352" y="171907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registration OR Google OAuth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— 7-day expiry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localStorage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on first Google sign-in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24128"/>
            <a:ext cx="2697480" cy="3858768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024128"/>
            <a:ext cx="2697480" cy="5943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698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0241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10712" y="171907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by Admin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credentials OR Google OAuth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— 1-day expiry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pre-registered to use OAuth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24128"/>
            <a:ext cx="2697480" cy="3858768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024128"/>
            <a:ext cx="2697480" cy="5943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698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02412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91072" y="171907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super-admin account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environment variables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derived from ADMIN_EMAIL + ADMIN_PASSWORD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self-registration allowed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12240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Razorpay payments verified server-side using HMAC-SHA256 cryptographic signatures to prevent tampering.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Slot-Based Booking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scheduling with double-booking prevention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822960" cy="822960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Workers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7 categories with availability indicators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822960" cy="822960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Slot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calendar, 30-min slots 10AM–9PM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947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1005840"/>
            <a:ext cx="822960" cy="822960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Slot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locked in slots_booked map keyed by date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321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35040" y="1005840"/>
            <a:ext cx="822960" cy="822960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 Online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checkout → server-side verification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694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772400" y="1005840"/>
            <a:ext cx="822960" cy="822960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2331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Cancelled / Completed badges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 Rules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401568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time slots for current day are automatically excluded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Already-booked slots are hidden from selection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releases the slot back (slots_booked map updated)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intervals from 10:00 AM to 9:00 PM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37760" y="2971800"/>
            <a:ext cx="384048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2971800"/>
            <a:ext cx="3840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Document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74920" y="3401568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slotDate / slotTime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 •  payment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isCompleted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razorpayOrderId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Integration — Razorpay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transactions with cryptographic verification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88136"/>
            <a:ext cx="548640" cy="54864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881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024128"/>
            <a:ext cx="7498080" cy="658368"/>
          </a:xfrm>
          <a:prstGeom prst="rect">
            <a:avLst/>
          </a:prstGeom>
          <a:solidFill>
            <a:srgbClr val="162A45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06070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Order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creates Razorpay order &amp; returns order_id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" y="1636776"/>
            <a:ext cx="0" cy="146304"/>
          </a:xfrm>
          <a:prstGeom prst="line">
            <a:avLst/>
          </a:prstGeom>
          <a:noFill/>
          <a:ln w="12700">
            <a:solidFill>
              <a:srgbClr val="008A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47088"/>
            <a:ext cx="548640" cy="54864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1783080"/>
            <a:ext cx="7498080" cy="658368"/>
          </a:xfrm>
          <a:prstGeom prst="rect">
            <a:avLst/>
          </a:prstGeom>
          <a:solidFill>
            <a:srgbClr val="162A45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81965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34440" y="21305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Razorpay modal collects payment 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" y="2395728"/>
            <a:ext cx="0" cy="146304"/>
          </a:xfrm>
          <a:prstGeom prst="line">
            <a:avLst/>
          </a:prstGeom>
          <a:noFill/>
          <a:ln w="12700">
            <a:solidFill>
              <a:srgbClr val="008A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06040"/>
            <a:ext cx="548640" cy="54864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2542032"/>
            <a:ext cx="7498080" cy="658368"/>
          </a:xfrm>
          <a:prstGeom prst="rect">
            <a:avLst/>
          </a:prstGeom>
          <a:solidFill>
            <a:srgbClr val="162A45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257860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Callback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28895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sends razorpay_order_id + payment_id + signature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" y="3154680"/>
            <a:ext cx="0" cy="146304"/>
          </a:xfrm>
          <a:prstGeom prst="line">
            <a:avLst/>
          </a:prstGeom>
          <a:noFill/>
          <a:ln w="12700">
            <a:solidFill>
              <a:srgbClr val="008A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64992"/>
            <a:ext cx="548640" cy="54864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64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7280" y="3300984"/>
            <a:ext cx="7498080" cy="658368"/>
          </a:xfrm>
          <a:prstGeom prst="rect">
            <a:avLst/>
          </a:prstGeom>
          <a:solidFill>
            <a:srgbClr val="162A45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33375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HMAC Verification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34440" y="3648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computes HMAC-SHA256 &amp; compares signatures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" y="3913632"/>
            <a:ext cx="0" cy="146304"/>
          </a:xfrm>
          <a:prstGeom prst="line">
            <a:avLst/>
          </a:prstGeom>
          <a:noFill/>
          <a:ln w="12700">
            <a:solidFill>
              <a:srgbClr val="008A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23944"/>
            <a:ext cx="548640" cy="54864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23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4059936"/>
            <a:ext cx="7498080" cy="658368"/>
          </a:xfrm>
          <a:prstGeom prst="rect">
            <a:avLst/>
          </a:prstGeom>
          <a:solidFill>
            <a:srgbClr val="162A45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409651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Update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34440" y="44074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match → booking.payment = true, paymentId stored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 — Groq LLaMA-3.3-70B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professional worker bios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44752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53619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82880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Speciality, Experience, Degree entered in Add Worker form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77440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267004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/api/ai/generate-bio → Backend calls Groq SDK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27248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218688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Prompt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351129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sent to LLaMA-3.3-70B-Versatile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968496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68496"/>
            <a:ext cx="54864" cy="7498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4059936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Returned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" y="435254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sentence professional bio inserted into form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1051560"/>
            <a:ext cx="3931920" cy="3858768"/>
          </a:xfrm>
          <a:prstGeom prst="rect">
            <a:avLst/>
          </a:prstGeom>
          <a:solidFill>
            <a:srgbClr val="1E293B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4173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prompt = `Write a professional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"About" section for a home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worker profile.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2-3 sentences.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${name}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Speciality: ${speciality}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Experience: ${experience}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Education: ${degree}`;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"llama-3.3-70b-versatile"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temperature: 0.7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max_tokens: 200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4160520" cy="2926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Reduces admin onboarding time significantly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UI Screenshots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experience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92024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78992"/>
            <a:ext cx="2551176" cy="1234440"/>
          </a:xfrm>
          <a:prstGeom prst="rect">
            <a:avLst/>
          </a:prstGeom>
          <a:solidFill>
            <a:srgbClr val="112240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25511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category menu, top workers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97480" cy="192024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078992"/>
            <a:ext cx="2551176" cy="1234440"/>
          </a:xfrm>
          <a:prstGeom prst="rect">
            <a:avLst/>
          </a:prstGeom>
          <a:solidFill>
            <a:srgbClr val="112240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78992"/>
            <a:ext cx="25511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Listing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63347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7 categories, availability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192024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078992"/>
            <a:ext cx="2551176" cy="1234440"/>
          </a:xfrm>
          <a:prstGeom prst="rect">
            <a:avLst/>
          </a:prstGeom>
          <a:solidFill>
            <a:srgbClr val="112240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078992"/>
            <a:ext cx="25511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Page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63347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calendar, 30-min slot picker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697480" cy="192024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182112"/>
            <a:ext cx="2551176" cy="1234440"/>
          </a:xfrm>
          <a:prstGeom prst="rect">
            <a:avLst/>
          </a:prstGeom>
          <a:solidFill>
            <a:srgbClr val="112240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182112"/>
            <a:ext cx="25511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Bookings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Cancelled / Completed 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108960"/>
            <a:ext cx="2697480" cy="192024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9272" y="3182112"/>
            <a:ext cx="2551176" cy="1234440"/>
          </a:xfrm>
          <a:prstGeom prst="rect">
            <a:avLst/>
          </a:prstGeom>
          <a:solidFill>
            <a:srgbClr val="112240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182112"/>
            <a:ext cx="25511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73659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workers, bookings, users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97480" cy="1920240"/>
          </a:xfrm>
          <a:prstGeom prst="rect">
            <a:avLst/>
          </a:prstGeom>
          <a:solidFill>
            <a:srgbClr val="162A45"/>
          </a:solidFill>
          <a:ln w="7620">
            <a:solidFill>
              <a:srgbClr val="008A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3182112"/>
            <a:ext cx="2551176" cy="1234440"/>
          </a:xfrm>
          <a:prstGeom prst="rect">
            <a:avLst/>
          </a:prstGeom>
          <a:solidFill>
            <a:srgbClr val="112240"/>
          </a:solidFill>
          <a:ln w="5080">
            <a:solidFill>
              <a:srgbClr val="008A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182112"/>
            <a:ext cx="25511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0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73659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Earnings, appointments, customers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— Backend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Authentication &amp; Server Logic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1143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OAuth 2.0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408176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for all three roles. Users auto-created on first Google sign-in; Workers must be pre-registered.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069848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09160" y="1024128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24128"/>
            <a:ext cx="54864" cy="1143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55464" y="111556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Razorpay Gateway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55464" y="1408176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order creation → client checkout → HMAC-SHA256 server-side verification → DB update.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069848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65760" y="228600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286000"/>
            <a:ext cx="54864" cy="1143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23774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Slot Booking Engine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12064" y="2670048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slots_booked map keyed by date. Auto-excludes past times &amp; already-booked slots. Cancellation releases slot.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331720"/>
            <a:ext cx="27432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09160" y="228600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286000"/>
            <a:ext cx="54864" cy="1143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55464" y="23774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Lifecycle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55464" y="2670048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booking, cancellation (with slot release), payment tracking, and job completion across all three roles.</a:t>
            </a:r>
            <a:endParaRPr lang="en-US" sz="10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331720"/>
            <a:ext cx="274320" cy="274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65760" y="3547872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547872"/>
            <a:ext cx="54864" cy="1143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12064" y="363931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Bio Generation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12064" y="3931920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 + LLaMA-3.3-70B. Admin clicks "AI Generate Bio" → professional 2-3 sentence worker bio created.</a:t>
            </a:r>
            <a:endParaRPr lang="en-US" sz="10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593592"/>
            <a:ext cx="274320" cy="27432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709160" y="3547872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09160" y="3547872"/>
            <a:ext cx="54864" cy="1143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855464" y="363931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 Pipeline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855464" y="3931920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images uploaded via Multer middleware, stored on Cloudinary CDN with secure URLs returned.</a:t>
            </a:r>
            <a:endParaRPr lang="en-US" sz="10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59359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— Frontend (User App)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Implementation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789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speciality category menu, top workers grid, CTA banner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1143000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10789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Listing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89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7 categories with availability indicators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14800" cy="1143000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34086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Page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profile, 7-day slot calendar, 30-min time-slot picker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267712"/>
            <a:ext cx="4114800" cy="1143000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34086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Bookings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 (Paid/Cancelled/Completed), cancel &amp; pay 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4114800" cy="1143000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6027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Profile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profile with Cloudinary image upload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529584"/>
            <a:ext cx="4114800" cy="1143000"/>
          </a:xfrm>
          <a:prstGeom prst="rect">
            <a:avLst/>
          </a:prstGeom>
          <a:solidFill>
            <a:srgbClr val="162A45"/>
          </a:solidFill>
          <a:ln w="101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6027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Pages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9136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login/register with Google OAuth + auto-redirect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8A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 — Mobile-first TailwindCSS layout with hamburger menu navigation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— Admin &amp; Worker Panel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management interfaces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241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4475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53619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2880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cards: total workers, bookings, users + latest bookings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1343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40487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Worker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269748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 with image upload, speciality, experience, fees &amp; AI bio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8211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7355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Workers List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56616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workers with availability toggle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5079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14223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Bookings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443484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management with cancellation capability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44475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4475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53619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01184" y="182880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summary, appointment count, unique customer count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31343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31343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40487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01184" y="269748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assigned bookings (complete / cancel)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18211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18211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27355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Profile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01184" y="356616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fees, address, and availability status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405079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4050792"/>
            <a:ext cx="54864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414223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Login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01184" y="443484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login page with Admin/Worker toggle + Google OAuth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53712" y="1005840"/>
            <a:ext cx="0" cy="393192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&amp;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 for reproducible deployment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920240"/>
          </a:xfrm>
          <a:prstGeom prst="rect">
            <a:avLst/>
          </a:prstGeom>
          <a:solidFill>
            <a:srgbClr val="162A45"/>
          </a:solidFill>
          <a:ln w="8890">
            <a:solidFill>
              <a:srgbClr val="00B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5173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→ Nginx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build: Vite compiles → Nginx serves static 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1920240"/>
          </a:xfrm>
          <a:prstGeom prst="rect">
            <a:avLst/>
          </a:prstGeom>
          <a:solidFill>
            <a:srgbClr val="162A45"/>
          </a:solidFill>
          <a:ln w="8890">
            <a:solidFill>
              <a:srgbClr val="00B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05840"/>
            <a:ext cx="269748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10058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5174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55848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→ Nginx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Nginx instance for Admin/Worker UI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97480" cy="1920240"/>
          </a:xfrm>
          <a:prstGeom prst="rect">
            <a:avLst/>
          </a:prstGeom>
          <a:solidFill>
            <a:srgbClr val="162A45"/>
          </a:solidFill>
          <a:ln w="889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05840"/>
            <a:ext cx="269748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10058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4000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all business logic, auth &amp; integrations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orchestrates all three services with: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41148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8A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Injection: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4015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 for MongoDB URI, JWT secret, Razorpay keys, API keys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401568"/>
            <a:ext cx="41148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8A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401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4015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routing and static file serving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151376"/>
            <a:ext cx="41148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8A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513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1513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build and serve stages for optimized images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4151376"/>
            <a:ext cx="41148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8A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1513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1513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— all three services start together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this term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62456"/>
            <a:ext cx="384048" cy="384048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62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Functional Platform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registration → booking → payment → job completion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11480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362456"/>
            <a:ext cx="384048" cy="384048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362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Three-Role System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0" y="145389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experiences for Users, Workers &amp; Admins with auth guards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58568"/>
            <a:ext cx="411480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596896"/>
            <a:ext cx="384048" cy="384048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350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Payments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26883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+ cryptographic verification — tamper-proof transactions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258568"/>
            <a:ext cx="411480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2596896"/>
            <a:ext cx="384048" cy="384048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350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0" y="26883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generates professional worker bios on demand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411480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831336"/>
            <a:ext cx="384048" cy="384048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OAuth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39227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sign-in across all roles, eliminating password friction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493008"/>
            <a:ext cx="411480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3831336"/>
            <a:ext cx="384048" cy="384048"/>
          </a:xfrm>
          <a:prstGeom prst="oval">
            <a:avLst/>
          </a:prstGeom>
          <a:solidFill>
            <a:srgbClr val="0A162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Container-Ready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03520" y="39227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enables one-command deployment of all services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for subsequent iterations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53312"/>
            <a:ext cx="365760" cy="3657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53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Visualization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Maps/Mapbox integration for nearby worker discovery with real-time ETA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143000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353312"/>
            <a:ext cx="365760" cy="3657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353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0972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&amp; Reviews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417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star ratings, text reviews post-completion; aggregate scores for ranking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4114800" cy="1143000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615184"/>
            <a:ext cx="365760" cy="3657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35915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Recommendations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using booking history, ratings &amp; user preferences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67712"/>
            <a:ext cx="4114800" cy="1143000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2615184"/>
            <a:ext cx="365760" cy="3657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35915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Review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6791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pipeline detecting rating spikes, bot patterns &amp; duplicates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529584"/>
            <a:ext cx="4114800" cy="1143000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877056"/>
            <a:ext cx="365760" cy="3657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62102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Notifications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9410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push notifications for bookings, payments &amp; job status updates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529584"/>
            <a:ext cx="4114800" cy="1143000"/>
          </a:xfrm>
          <a:prstGeom prst="rect">
            <a:avLst/>
          </a:prstGeom>
          <a:solidFill>
            <a:srgbClr val="162A45"/>
          </a:solidFill>
          <a:ln w="6350">
            <a:solidFill>
              <a:srgbClr val="008A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877056"/>
            <a:ext cx="365760" cy="3657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62102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9410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apps for Android &amp; iOS to extend platform reach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where we're headed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Homeaze provides a digital solution for connecting service providers and customers, simplifying household service access while creating income opportunities for skilled individuals.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54864" cy="20116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92024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212848"/>
            <a:ext cx="2478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platform connecting users with skilled workers through verified profiles and real-time booking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901952"/>
            <a:ext cx="292608" cy="292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246120" y="182880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828800"/>
            <a:ext cx="54864" cy="20116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92424" y="192024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Impact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92424" y="2212848"/>
            <a:ext cx="2478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opportunities for individuals with practical household skills, expanding market reach digitally</a:t>
            </a:r>
            <a:endParaRPr lang="en-US" sz="10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901952"/>
            <a:ext cx="292608" cy="2926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126480" y="1828800"/>
            <a:ext cx="2697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828800"/>
            <a:ext cx="54864" cy="20116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72784" y="192024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Tech Stack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272784" y="2212848"/>
            <a:ext cx="24780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solution: React 19, Node.js, MongoDB, Razorpay, Groq AI &amp; Docker</a:t>
            </a:r>
            <a:endParaRPr lang="en-US" sz="10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01952"/>
            <a:ext cx="292608" cy="2926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65760" y="3977640"/>
            <a:ext cx="84124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" y="3977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Enhancements:  🗺 Map Integration   ⭐ Rating System   🤖 AI Recommendations   📱 Mobile App   ⚡ Real-Time Notifications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5760" y="44988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 with role-based middleware  •  OAuth 2.0 flows  •  HMAC payment verification  •  LLM API integration  •  Docker orchestration  •  React Context API state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548640"/>
            <a:ext cx="1280160" cy="1280160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548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2880" y="2011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HOMEAZE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Services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926080" cy="0"/>
          </a:xfrm>
          <a:prstGeom prst="line">
            <a:avLst/>
          </a:prstGeom>
          <a:noFill/>
          <a:ln w="6350">
            <a:solidFill>
              <a:srgbClr val="008A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Sharma  •  Prateek Yadav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3474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Engineering &amp; Technology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 Lakshmipat University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" y="4754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Dr. Deepika Prakash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0" y="1371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114800" y="2377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attention.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3200400"/>
            <a:ext cx="2011680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2004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Homeaze — End-Term Presentation</dc:title>
  <dc:subject>PptxGenJS Presentation</dc:subject>
  <dc:creator>Prateek Yadav &amp; Nilesh Sharma</dc:creator>
  <cp:lastModifiedBy>Prateek Yadav &amp; Nilesh Sharma</cp:lastModifiedBy>
  <cp:revision>1</cp:revision>
  <dcterms:created xsi:type="dcterms:W3CDTF">2026-05-01T17:50:12Z</dcterms:created>
  <dcterms:modified xsi:type="dcterms:W3CDTF">2026-05-01T17:50:12Z</dcterms:modified>
</cp:coreProperties>
</file>